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Calibri"/>
              </a:defRPr>
            </a:pPr>
            <a:r>
              <a:t>RANUK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A"/>
                </a:solidFill>
                <a:latin typeface="Calibri"/>
              </a:defRPr>
            </a:pPr>
            <a:r>
              <a:t>presenta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GARYCIO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18288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DDEE"/>
                </a:solidFill>
                <a:latin typeface="Calibri"/>
              </a:defRPr>
            </a:pPr>
            <a:r>
              <a:t>Sistema de Automatizacion</a:t>
            </a:r>
            <a:br/>
            <a:r>
              <a:t>Logistica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86AB"/>
                </a:solidFill>
                <a:latin typeface="Calibri"/>
              </a:defRPr>
            </a:pPr>
            <a:r>
              <a:t>Propuesta de Desarrollo Tecnologico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A"/>
                </a:solidFill>
                <a:latin typeface="Calibri"/>
              </a:defRPr>
            </a:pPr>
            <a:r>
              <a:t>Propuesta para: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GARYCIO S.R.L.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DEE"/>
                </a:solidFill>
                <a:latin typeface="Calibri"/>
              </a:defRPr>
            </a:pPr>
            <a:r>
              <a:t>Logistica de Recoleccion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A"/>
                </a:solidFill>
                <a:latin typeface="Calibri"/>
              </a:defRPr>
            </a:pPr>
            <a:r>
              <a:t>Buenos Aires, Argentina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Marzo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A"/>
                </a:solidFill>
                <a:latin typeface="Calibri"/>
              </a:defRPr>
            </a:pPr>
            <a:r>
              <a:t>Confidencial  |  Ranuk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Situacion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Desafios operativos que enfrenta GARYCIO hoy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8132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⚠  Procesos Manuales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Comunicacion telefonica individual con cada donante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Planillas fisicas para registrar litros y recorridos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Coordinacion de zonas sin herramientas digitales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48132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36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🗺  Zonas en Reestructuracion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Nuevas zonas asignadas requieren contacto masivo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Necesidad de identificar donantes activos rapidamente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Reorganizacion de recorridos sin optimizacion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85876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📊  Sin Visibilidad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89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No hay seguimiento en tiempo real de litros recolectados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Dificultad para medir progreso hacia el objetivo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Informacion dispersa entre planillas y personas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85876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🎯  Objetivo Ambicioso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Meta: alcanzar 260,000 litros mensuales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Crecimiento requiere escalar operaciones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Necesidad urgente de herramientas tecnologicas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5669280"/>
            <a:ext cx="3200400" cy="5943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56875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OBJETIVO: 260,000 L/mes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Objetivos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Lo que vamos a lograr juntos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572768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361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Comunicacion 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74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Contactar y coordinar con donantes via WhatsApp de forma automatica y personalizada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532888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96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Recorridos Optimizados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34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Generar rutas de recoleccion eficientes que minimicen tiempo y combustible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493008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564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Registros Digitales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94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Digitalizar litros recolectados, combustible, lavados de tanque y mas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453128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16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Reclamos Automatizados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Sistema para que donantes reporten problemas y reciban respuesta inmediata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413248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76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Dashboard de Progreso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715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Visualizacion en tiempo real del avance hacia los 260,000 litros mensuales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Fase 1 - URGENTE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274320"/>
            <a:ext cx="4114800" cy="5029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01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⏰  DEADLINE: 13 de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Funcionalidades criticas para comenzar la operacion en las nuevas zonas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57276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Bot de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Contacto automatico con donantes de zonas nuevas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Presentacion del servicio y recoleccion de datos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Confirmacion de dias de recoleccion disponibles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57276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Mensajeria Masiva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Envio personalizado a cientos de donantes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Templates aprobados por WhatsApp Business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Seguimiento de respuestas y estado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95020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Recorridos Optimizados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Agrupacion de donantes por zona y dia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Generacion de rutas eficientes para choferes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Consideracion de capacidad de camiones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950208"/>
            <a:ext cx="4992624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Sistema de Reclamos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Canal para avisos de donantes (no recoleccion, etc.)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Notificaciones automaticas al equipo</a:t>
            </a:r>
          </a:p>
          <a:p>
            <a:pPr>
              <a:spcAft>
                <a:spcPts val="500"/>
              </a:spcAft>
              <a:defRPr sz="13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Registro y seguimiento de cada caso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Fase 2 - Sistema Completo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Desarrollo post-abril para escalar la operacion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App Movil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Para choferes y peones:</a:t>
            </a:r>
            <a:br/>
            <a:r>
              <a:t>registro de litros, fotos,</a:t>
            </a:r>
            <a:br/>
            <a:r>
              <a:t>firmas digitales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6304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Dashboard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Panel de administracion</a:t>
            </a:r>
            <a:br/>
            <a:r>
              <a:t>con metricas en tiempo</a:t>
            </a:r>
            <a:br/>
            <a:r>
              <a:t>real y reportes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46304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16459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Gestion de Flota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Control de combustible,</a:t>
            </a:r>
            <a:br/>
            <a:r>
              <a:t>lavados de tanque,</a:t>
            </a:r>
            <a:br/>
            <a:r>
              <a:t>mantenimiento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Tracking en Vivo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Seguimiento GPS de</a:t>
            </a:r>
            <a:br/>
            <a:r>
              <a:t>recorridos y estado</a:t>
            </a:r>
            <a:br/>
            <a:r>
              <a:t>de recoleccion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3192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0" y="411480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Gestion de Personal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Visitadoras, choferes,</a:t>
            </a:r>
            <a:br/>
            <a:r>
              <a:t>peones: asignacion</a:t>
            </a:r>
            <a:br/>
            <a:r>
              <a:t>y rendimiento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931920"/>
            <a:ext cx="34747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0" y="411480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Barra de Progreso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Visualizacion del avance</a:t>
            </a:r>
            <a:br/>
            <a:r>
              <a:t>mensual hacia el</a:t>
            </a:r>
            <a:br/>
            <a:r>
              <a:t>objetivo de 260,000L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Vision simplificada de como funciona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560320" cy="1645920"/>
          </a:xfrm>
          <a:prstGeom prst="roundRect">
            <a:avLst/>
          </a:prstGeom>
          <a:solidFill>
            <a:srgbClr val="25D366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💬  WhatsApp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Comunicacion</a:t>
            </a:r>
            <a:br/>
            <a:r>
              <a:t>con donantes</a:t>
            </a:r>
            <a:br/>
            <a:r>
              <a:t>Reclamos y avisos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2834640"/>
            <a:ext cx="1097280" cy="4572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2926080" cy="256032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⚙  Servidor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Logica de negocio</a:t>
            </a:r>
            <a:br/>
            <a:r>
              <a:t>Optimizacion de rutas</a:t>
            </a:r>
            <a:br/>
            <a:r>
              <a:t>Gestion de datos</a:t>
            </a:r>
            <a:br/>
            <a:r>
              <a:t>Notificaciones</a:t>
            </a:r>
            <a:br/>
            <a:r>
              <a:t>Reportes automaticos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89520" y="2834640"/>
            <a:ext cx="1097280" cy="4572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560320" cy="16459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🗄  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26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Donantes, zonas,</a:t>
            </a:r>
            <a:br/>
            <a:r>
              <a:t>recorridos, litros,</a:t>
            </a:r>
            <a:br/>
            <a:r>
              <a:t>reclamos, flota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46320"/>
            <a:ext cx="3200400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🖥  Dashboard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49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Panel de administracion y reportes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846320"/>
            <a:ext cx="3200400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📱  App Movil (Fase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349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A6A"/>
                </a:solidFill>
                <a:latin typeface="Calibri"/>
              </a:defRPr>
            </a:pPr>
            <a:r>
              <a:t>Para choferes y peones en campo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846320" y="4434840"/>
            <a:ext cx="365760" cy="45720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6675120" y="4434840"/>
            <a:ext cx="365760" cy="45720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Beneficios para GARYCIO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Impacto concreto en la operacion diaria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5544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Ahorro de Tiempo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Eliminacion de llamadas manuales a donantes. Comunicacion automatizada por WhatsApp.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13898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0" y="15544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Menor Consumo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Recorridos optimizados que reducen kilometros recorridos y consumo de combustible.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9900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1546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Visibilidad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520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Progreso de recoleccion en tiempo real. Saber exactamente donde estan respecto a los 260,000L.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9718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29900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75120" y="31546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Gestion de Reclamos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520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Donantes pueden reportar problemas al instante. Resolucion rapida y trazable.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45902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7548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709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Decisiones con Datos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1206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Reportes y metricas para identificar zonas productivas, problemas y oportunidades.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19088" y="4590288"/>
            <a:ext cx="73152" cy="1335024"/>
          </a:xfrm>
          <a:prstGeom prst="rect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4754880"/>
            <a:ext cx="502920" cy="502920"/>
          </a:xfrm>
          <a:prstGeom prst="ellipse">
            <a:avLst/>
          </a:prstGeom>
          <a:solidFill>
            <a:srgbClr val="2EA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709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Escalabilidad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1206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Sistema preparado para incorporar nuevas zonas sin aumentar la carga operativa.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Que Necesitamos de Ustedes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Informacion y accesos necesarios para arrancar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361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Base de Datos de Donantes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019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Numeros de telefono, direcciones, zonas asignadas y estado actual de cada donante.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5603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96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Informacion de Zonas Nuevas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620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Detalle de las zonas recientemente asignadas: limites, donantes potenciales, contactos.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52044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Datos Operativos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221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Informacion de choferes, peones, camiones: nombres, telefonos, zonas de trabajo.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4805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WhatsApp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82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Acceso a un numero de WhatsApp Business (o que gestionemos uno nuevo para GARYCIO).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5156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4406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76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Feedback Continuo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424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Disponibilidad para reuniones semanales de 30 min para validar avances y ajustar prioridades.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Cronograma - Fase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4 semanas hasta el deadline del 13 de Abril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517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EEFF"/>
                </a:solidFill>
                <a:latin typeface="Calibri"/>
              </a:defRPr>
            </a:pPr>
            <a:r>
              <a:t>17 - 23 Marzo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Setup + Bot WhatsApp Basico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265176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Configuracion de infraestructura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Bot WhatsApp: flujo de presentacion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Integracion con WhatsApp Business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63040"/>
            <a:ext cx="26517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508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EEFF"/>
                </a:solidFill>
                <a:latin typeface="Calibri"/>
              </a:defRPr>
            </a:pPr>
            <a:r>
              <a:t>24 - 30 Marzo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Mensajeria Masiva + 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926080"/>
            <a:ext cx="265176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01752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Envio masivo personalizado a donantes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Recoleccion de datos (dias, estado)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Base de datos de donantes activos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26517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08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EEFF"/>
                </a:solidFill>
                <a:latin typeface="Calibri"/>
              </a:defRPr>
            </a:pPr>
            <a:r>
              <a:t>31 Mar - 6 Abril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Recorridos + Testing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26080"/>
            <a:ext cx="265176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01752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Algoritmo de optimizacion de rutas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Sistema basico de reclamos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Testing con datos reales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463040"/>
            <a:ext cx="26517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508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EEFF"/>
                </a:solidFill>
                <a:latin typeface="Calibri"/>
              </a:defRPr>
            </a:pPr>
            <a:r>
              <a:t>7 - 13 Abril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Deploy + Capacitacion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926080"/>
            <a:ext cx="265176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01752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Testing final con equipo de GARYCIO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Deploy en produccion</a:t>
            </a:r>
          </a:p>
          <a:p>
            <a:pPr>
              <a:spcAft>
                <a:spcPts val="600"/>
              </a:spcAft>
              <a:defRPr sz="1200">
                <a:solidFill>
                  <a:srgbClr val="1B2A4A"/>
                </a:solidFill>
                <a:latin typeface="Calibri"/>
              </a:defRPr>
              <a:buChar char="•"/>
              <a:buClr>
                <a:srgbClr val="2E86AB"/>
              </a:buClr>
            </a:pPr>
            <a:r>
              <a:t>Capacitacion de uso del sistema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POST-ABRIL:  Inicio de Fase 2 - Sistema Completo (App Movil + Dashboard + Flota)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GARYCIO  |  Ranuk Development  |  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Inversion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64008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E86AB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83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Calibri"/>
              </a:defRPr>
            </a:pPr>
            <a:r>
              <a:t>Ver documento adjunto de</a:t>
            </a:r>
            <a:br/>
            <a:r>
              <a:t>presupuesto detallado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El presupuesto incluye desglose por fase, costos de infraestructura</a:t>
            </a:r>
            <a:br/>
            <a:r>
              <a:t>y opciones de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Comenzamos?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651760"/>
            <a:ext cx="21031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Calibri"/>
              </a:defRPr>
            </a:pPr>
            <a:r>
              <a:t>Estamos listos para transformar la operacion de GARYCIO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931920"/>
            <a:ext cx="4846320" cy="1828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  <a:latin typeface="Calibri"/>
              </a:defRPr>
            </a:pPr>
            <a:r>
              <a:t>RANUK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526280"/>
            <a:ext cx="21031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663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BCC"/>
                </a:solidFill>
                <a:latin typeface="Calibri"/>
              </a:defRPr>
            </a:pPr>
            <a:r>
              <a:t>Desarrollo de Software a Medida</a:t>
            </a:r>
            <a:br/>
            <a:r>
              <a:t>Buenos Aires, Argentina</a:t>
            </a:r>
            <a:br/>
            <a:r>
              <a:t>Marzo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601968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ABA"/>
                </a:solidFill>
                <a:latin typeface="Calibri"/>
              </a:defRPr>
            </a:pPr>
            <a:r>
              <a:t>Confidencial  |  Preparado exclusivamente para GARYCIO S.R.L.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